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057477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2702414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1475823950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46479807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76184990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3873212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837560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24485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latin typeface="Arial"/>
                <a:cs typeface="Arial"/>
              </a:rPr>
              <a:t>Главная страница</a:t>
            </a:r>
            <a:endParaRPr lang="ru-RU">
              <a:latin typeface="Arial"/>
              <a:cs typeface="Arial"/>
            </a:endParaRPr>
          </a:p>
        </p:txBody>
      </p:sp>
      <p:sp>
        <p:nvSpPr>
          <p:cNvPr id="1934973986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616591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5887114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latin typeface="Arial"/>
                <a:cs typeface="Arial"/>
              </a:rPr>
              <a:t>Дашборд</a:t>
            </a:r>
            <a:endParaRPr lang="ru-RU">
              <a:latin typeface="Arial"/>
              <a:cs typeface="Arial"/>
            </a:endParaRPr>
          </a:p>
        </p:txBody>
      </p:sp>
      <p:sp>
        <p:nvSpPr>
          <p:cNvPr id="631603287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CAE321-2331-7D5B-5FD8-3626E826BB2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818287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535752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latin typeface="Arial"/>
                <a:cs typeface="Arial"/>
              </a:rPr>
              <a:t>Форма регистрации</a:t>
            </a:r>
            <a:endParaRPr lang="ru-RU">
              <a:latin typeface="Arial"/>
              <a:cs typeface="Arial"/>
            </a:endParaRPr>
          </a:p>
        </p:txBody>
      </p:sp>
      <p:sp>
        <p:nvSpPr>
          <p:cNvPr id="1965460621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4A92E8-0F2B-BF6E-3D36-F11C4CD4822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24875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231399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latin typeface="Arial"/>
                <a:cs typeface="Arial"/>
              </a:rPr>
              <a:t>Форма авторизации</a:t>
            </a:r>
            <a:endParaRPr lang="ru-RU">
              <a:latin typeface="Arial"/>
              <a:cs typeface="Arial"/>
            </a:endParaRPr>
          </a:p>
        </p:txBody>
      </p:sp>
      <p:sp>
        <p:nvSpPr>
          <p:cNvPr id="2056111125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F567DF-741D-AB47-FFAC-CD57DE6C838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493566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2904550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latin typeface="Arial"/>
                <a:cs typeface="Arial"/>
              </a:rPr>
              <a:t>Форма добавления поездки</a:t>
            </a:r>
            <a:endParaRPr lang="ru-RU">
              <a:latin typeface="Arial"/>
              <a:cs typeface="Arial"/>
            </a:endParaRPr>
          </a:p>
        </p:txBody>
      </p:sp>
      <p:sp>
        <p:nvSpPr>
          <p:cNvPr id="31967113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07A102-A93D-4245-740A-6E1815377102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527910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241327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latin typeface="Arial"/>
                <a:cs typeface="Arial"/>
              </a:rPr>
              <a:t>Детальная информация поездки</a:t>
            </a:r>
            <a:endParaRPr lang="ru-RU">
              <a:latin typeface="Arial"/>
              <a:cs typeface="Arial"/>
            </a:endParaRPr>
          </a:p>
        </p:txBody>
      </p:sp>
      <p:sp>
        <p:nvSpPr>
          <p:cNvPr id="23666085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D55F45-1585-16DF-2B7E-EED50E99D09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988465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137599355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2893091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1107586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1198334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25851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141978209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1717512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7984525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929974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00836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044526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31260983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98750712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4330415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81634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57704377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98686508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97874325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4854336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04453821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14949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15836398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486725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43856965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64074858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03283843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138546094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1988944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30883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1059122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01369378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02581523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53976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843285045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64939761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426746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29071757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251236581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6829871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99435745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21487644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950271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115786673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1126931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2294788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1296576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1016994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46396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90767868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2154302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77791112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7550353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3163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71482915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0517069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48918872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4659265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694103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95457028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25824766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5905372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1806630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049562" name=""/>
          <p:cNvSpPr/>
          <p:nvPr/>
        </p:nvSpPr>
        <p:spPr bwMode="auto">
          <a:xfrm rot="0" flipH="0" flipV="0">
            <a:off x="15874" y="-46690"/>
            <a:ext cx="12160249" cy="7372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bg2"/>
              </a:solidFill>
              <a:highlight>
                <a:srgbClr val="FFFF00"/>
              </a:highlight>
            </a:endParaRPr>
          </a:p>
        </p:txBody>
      </p:sp>
      <p:sp>
        <p:nvSpPr>
          <p:cNvPr id="543703421" name=""/>
          <p:cNvSpPr txBox="1"/>
          <p:nvPr/>
        </p:nvSpPr>
        <p:spPr bwMode="auto">
          <a:xfrm rot="0" flipH="0" flipV="0">
            <a:off x="1560440" y="166189"/>
            <a:ext cx="149663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>
                <a:solidFill>
                  <a:schemeClr val="bg2"/>
                </a:solidFill>
              </a:rPr>
              <a:t>TravelLog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644541142" name=""/>
          <p:cNvSpPr txBox="1"/>
          <p:nvPr/>
        </p:nvSpPr>
        <p:spPr bwMode="auto">
          <a:xfrm rot="0" flipH="0" flipV="0">
            <a:off x="9855781" y="166189"/>
            <a:ext cx="150491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400">
                <a:solidFill>
                  <a:schemeClr val="bg2"/>
                </a:solidFill>
              </a:rPr>
              <a:t>Мои поездки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1195994338" name=""/>
          <p:cNvSpPr txBox="1"/>
          <p:nvPr/>
        </p:nvSpPr>
        <p:spPr bwMode="auto">
          <a:xfrm rot="0" flipH="0" flipV="0">
            <a:off x="11153796" y="166189"/>
            <a:ext cx="15002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400">
                <a:solidFill>
                  <a:schemeClr val="bg2"/>
                </a:solidFill>
              </a:rPr>
              <a:t>Выйти	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16180559" name=""/>
          <p:cNvSpPr txBox="1"/>
          <p:nvPr/>
        </p:nvSpPr>
        <p:spPr bwMode="auto">
          <a:xfrm rot="0" flipH="0" flipV="0">
            <a:off x="1317646" y="1193365"/>
            <a:ext cx="462532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 b="1"/>
              <a:t>Последние поездки</a:t>
            </a:r>
            <a:endParaRPr/>
          </a:p>
        </p:txBody>
      </p:sp>
      <p:sp>
        <p:nvSpPr>
          <p:cNvPr id="162147757" name=""/>
          <p:cNvSpPr/>
          <p:nvPr/>
        </p:nvSpPr>
        <p:spPr bwMode="auto">
          <a:xfrm rot="0" flipH="0" flipV="0">
            <a:off x="1298970" y="1923676"/>
            <a:ext cx="3809999" cy="2035735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9556996" name=""/>
          <p:cNvSpPr/>
          <p:nvPr/>
        </p:nvSpPr>
        <p:spPr bwMode="auto">
          <a:xfrm rot="0" flipH="0" flipV="0">
            <a:off x="1411029" y="2007720"/>
            <a:ext cx="1466102" cy="933823"/>
          </a:xfrm>
          <a:prstGeom prst="rect">
            <a:avLst/>
          </a:prstGeom>
          <a:pattFill prst="trellis">
            <a:fgClr>
              <a:schemeClr val="accent1"/>
            </a:fgClr>
            <a:bgClr>
              <a:srgbClr val="FFFFFF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7412232" name=""/>
          <p:cNvSpPr/>
          <p:nvPr/>
        </p:nvSpPr>
        <p:spPr bwMode="auto">
          <a:xfrm rot="0" flipH="0" flipV="0">
            <a:off x="3129264" y="2101102"/>
            <a:ext cx="1774264" cy="16902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51199982" name=""/>
          <p:cNvSpPr txBox="1"/>
          <p:nvPr/>
        </p:nvSpPr>
        <p:spPr bwMode="auto">
          <a:xfrm rot="0" flipH="0" flipV="0">
            <a:off x="3222646" y="2213161"/>
            <a:ext cx="1638936" cy="1676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800"/>
              <a:t>аыдвлллллллллллдоажфдылвоаждлыуоашфывоаждылоафываждлфоывадлофывжалоыжадлофыжвдлофжывдлао</a:t>
            </a:r>
            <a:r>
              <a:rPr lang="ru-RU" sz="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аыдвлллллллллллдоажфдылвоаждлыуоашфывоаждылоафываждлфоывадлофывжалоыжадлофыжвдлофжывдлао</a:t>
            </a:r>
            <a:endParaRPr sz="800"/>
          </a:p>
          <a:p>
            <a:pPr>
              <a:defRPr/>
            </a:pPr>
            <a:r>
              <a:rPr lang="ru-RU" sz="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аыдвлллллллллллдоажфдылвоаждлыуоашфывоаждылоафываждлфоывадлофывжалоыжадлофыжвдлофжывдлао</a:t>
            </a:r>
            <a:endParaRPr sz="800"/>
          </a:p>
          <a:p>
            <a:pPr>
              <a:defRPr/>
            </a:pPr>
            <a:endParaRPr sz="800"/>
          </a:p>
        </p:txBody>
      </p:sp>
      <p:sp>
        <p:nvSpPr>
          <p:cNvPr id="68122373" name=""/>
          <p:cNvSpPr/>
          <p:nvPr/>
        </p:nvSpPr>
        <p:spPr bwMode="auto">
          <a:xfrm rot="0" flipH="0" flipV="0">
            <a:off x="6350955" y="1923676"/>
            <a:ext cx="3809999" cy="2035734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4239440" name=""/>
          <p:cNvSpPr/>
          <p:nvPr/>
        </p:nvSpPr>
        <p:spPr bwMode="auto">
          <a:xfrm rot="0" flipH="0" flipV="0">
            <a:off x="6537720" y="2071406"/>
            <a:ext cx="1466101" cy="933822"/>
          </a:xfrm>
          <a:prstGeom prst="rect">
            <a:avLst/>
          </a:prstGeom>
          <a:pattFill prst="trellis">
            <a:fgClr>
              <a:schemeClr val="accent1"/>
            </a:fgClr>
            <a:bgClr>
              <a:srgbClr val="FFFFFF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0297618" name=""/>
          <p:cNvSpPr/>
          <p:nvPr/>
        </p:nvSpPr>
        <p:spPr bwMode="auto">
          <a:xfrm rot="0" flipH="0" flipV="0">
            <a:off x="8255955" y="2164788"/>
            <a:ext cx="1774263" cy="16902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96597608" name=""/>
          <p:cNvSpPr txBox="1"/>
          <p:nvPr/>
        </p:nvSpPr>
        <p:spPr bwMode="auto">
          <a:xfrm rot="0" flipH="0" flipV="0">
            <a:off x="8349338" y="2276847"/>
            <a:ext cx="1639296" cy="1676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800"/>
              <a:t>аыдвлллллллллллдоажфдылвоаждлыуоашфывоаждылоафываждлфоывадлофывжалоыжадлофыжвдлофжывдлао</a:t>
            </a:r>
            <a:r>
              <a:rPr lang="ru-RU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аыдвлллллллллллдоажфдылвоаждлыуоашфывоаждылоафываждлфоывадлофывжалоыжадлофыжвдлофжывдлао</a:t>
            </a:r>
            <a:endParaRPr sz="800"/>
          </a:p>
          <a:p>
            <a:pPr>
              <a:defRPr/>
            </a:pPr>
            <a:r>
              <a:rPr lang="ru-RU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аыдвлллллллллллдоажфдылвоаждлыуоашфывоаждылоафываждлфоывадлофывжалоыжадлофыжвдлофжывдлао</a:t>
            </a:r>
            <a:endParaRPr sz="800"/>
          </a:p>
          <a:p>
            <a:pPr>
              <a:defRPr/>
            </a:pPr>
            <a:endParaRPr sz="800"/>
          </a:p>
        </p:txBody>
      </p:sp>
      <p:sp>
        <p:nvSpPr>
          <p:cNvPr id="1069984720" name=""/>
          <p:cNvSpPr/>
          <p:nvPr/>
        </p:nvSpPr>
        <p:spPr bwMode="auto">
          <a:xfrm rot="0" flipH="0" flipV="0">
            <a:off x="1298970" y="4307914"/>
            <a:ext cx="3809999" cy="2035734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820602" name=""/>
          <p:cNvSpPr/>
          <p:nvPr/>
        </p:nvSpPr>
        <p:spPr bwMode="auto">
          <a:xfrm rot="0" flipH="0" flipV="0">
            <a:off x="1411029" y="4391957"/>
            <a:ext cx="1466101" cy="933822"/>
          </a:xfrm>
          <a:prstGeom prst="rect">
            <a:avLst/>
          </a:prstGeom>
          <a:pattFill prst="trellis">
            <a:fgClr>
              <a:schemeClr val="accent1"/>
            </a:fgClr>
            <a:bgClr>
              <a:srgbClr val="FFFFFF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9734414" name=""/>
          <p:cNvSpPr/>
          <p:nvPr/>
        </p:nvSpPr>
        <p:spPr bwMode="auto">
          <a:xfrm rot="0" flipH="0" flipV="0">
            <a:off x="3129264" y="4485340"/>
            <a:ext cx="1774263" cy="16902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75540474" name=""/>
          <p:cNvSpPr txBox="1"/>
          <p:nvPr/>
        </p:nvSpPr>
        <p:spPr bwMode="auto">
          <a:xfrm rot="0" flipH="0" flipV="0">
            <a:off x="3222647" y="4597399"/>
            <a:ext cx="1639296" cy="1676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800"/>
              <a:t>аыдвлллллллллллдоажфдылвоаждлыуоашфывоаждылоафываждлфоывадлофывжалоыжадлофыжвдлофжывдлао</a:t>
            </a:r>
            <a:r>
              <a:rPr lang="ru-RU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аыдвлллллллллллдоажфдылвоаждлыуоашфывоаждылоафываждлфоывадлофывжалоыжадлофыжвдлофжывдлао</a:t>
            </a:r>
            <a:endParaRPr sz="800"/>
          </a:p>
          <a:p>
            <a:pPr>
              <a:defRPr/>
            </a:pPr>
            <a:r>
              <a:rPr lang="ru-RU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аыдвлллллллллллдоажфдылвоаждлыуоашфывоаждылоафываждлфоывадлофывжалоыжадлофыжвдлофжывдлао</a:t>
            </a:r>
            <a:endParaRPr sz="800"/>
          </a:p>
          <a:p>
            <a:pPr>
              <a:defRPr/>
            </a:pPr>
            <a:endParaRPr sz="800"/>
          </a:p>
        </p:txBody>
      </p:sp>
      <p:sp>
        <p:nvSpPr>
          <p:cNvPr id="885401200" name=""/>
          <p:cNvSpPr/>
          <p:nvPr/>
        </p:nvSpPr>
        <p:spPr bwMode="auto">
          <a:xfrm rot="0" flipH="0" flipV="0">
            <a:off x="6350955" y="4307914"/>
            <a:ext cx="3809999" cy="2035734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5637247" name=""/>
          <p:cNvSpPr/>
          <p:nvPr/>
        </p:nvSpPr>
        <p:spPr bwMode="auto">
          <a:xfrm rot="0" flipH="0" flipV="0">
            <a:off x="6537720" y="4455645"/>
            <a:ext cx="1466101" cy="933822"/>
          </a:xfrm>
          <a:prstGeom prst="rect">
            <a:avLst/>
          </a:prstGeom>
          <a:pattFill prst="trellis">
            <a:fgClr>
              <a:schemeClr val="accent1"/>
            </a:fgClr>
            <a:bgClr>
              <a:srgbClr val="FFFFFF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16157604" name=""/>
          <p:cNvSpPr/>
          <p:nvPr/>
        </p:nvSpPr>
        <p:spPr bwMode="auto">
          <a:xfrm rot="0" flipH="0" flipV="0">
            <a:off x="8255955" y="4549025"/>
            <a:ext cx="1774263" cy="16902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47892455" name=""/>
          <p:cNvSpPr txBox="1"/>
          <p:nvPr/>
        </p:nvSpPr>
        <p:spPr bwMode="auto">
          <a:xfrm rot="0" flipH="0" flipV="0">
            <a:off x="8349338" y="4661085"/>
            <a:ext cx="1639656" cy="1676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800"/>
              <a:t>аыдвлллллллллллдоажфдылвоаждлыуоашфывоаждылоафываждлфоывадлофывжалоыжадлофыжвдлофжывдлао</a:t>
            </a:r>
            <a:r>
              <a:rPr lang="ru-RU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аыдвлллллллллллдоажфдылвоаждлыуоашфывоаждылоафываждлфоывадлофывжалоыжадлофыжвдлофжывдлао</a:t>
            </a:r>
            <a:endParaRPr sz="800"/>
          </a:p>
          <a:p>
            <a:pPr>
              <a:defRPr/>
            </a:pPr>
            <a:r>
              <a:rPr lang="ru-RU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аыдвлллллллллллдоажфдылвоаждлыуоашфывоаждылоафываждлфоывадлофывжалоыжадлофыжвдлофжывдлао</a:t>
            </a:r>
            <a:endParaRPr sz="800"/>
          </a:p>
          <a:p>
            <a:pPr>
              <a:defRPr/>
            </a:pPr>
            <a:endParaRPr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503652" name=""/>
          <p:cNvSpPr/>
          <p:nvPr/>
        </p:nvSpPr>
        <p:spPr bwMode="auto">
          <a:xfrm rot="0" flipH="0" flipV="0">
            <a:off x="15874" y="-46690"/>
            <a:ext cx="12160249" cy="7372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bg2"/>
              </a:solidFill>
              <a:highlight>
                <a:srgbClr val="FFFF00"/>
              </a:highlight>
            </a:endParaRPr>
          </a:p>
        </p:txBody>
      </p:sp>
      <p:sp>
        <p:nvSpPr>
          <p:cNvPr id="1258673900" name=""/>
          <p:cNvSpPr txBox="1"/>
          <p:nvPr/>
        </p:nvSpPr>
        <p:spPr bwMode="auto">
          <a:xfrm rot="0" flipH="0" flipV="0">
            <a:off x="1560440" y="166189"/>
            <a:ext cx="149663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>
                <a:solidFill>
                  <a:schemeClr val="bg2"/>
                </a:solidFill>
              </a:rPr>
              <a:t>TravelLog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1938082303" name=""/>
          <p:cNvSpPr txBox="1"/>
          <p:nvPr/>
        </p:nvSpPr>
        <p:spPr bwMode="auto">
          <a:xfrm rot="0" flipH="0" flipV="0">
            <a:off x="9855781" y="166189"/>
            <a:ext cx="150491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400">
                <a:solidFill>
                  <a:schemeClr val="bg2"/>
                </a:solidFill>
              </a:rPr>
              <a:t>Мои поездки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813259072" name=""/>
          <p:cNvSpPr txBox="1"/>
          <p:nvPr/>
        </p:nvSpPr>
        <p:spPr bwMode="auto">
          <a:xfrm rot="0" flipH="0" flipV="0">
            <a:off x="11153796" y="166189"/>
            <a:ext cx="15002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400">
                <a:solidFill>
                  <a:schemeClr val="bg2"/>
                </a:solidFill>
              </a:rPr>
              <a:t>Выйти	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1571456528" name=""/>
          <p:cNvSpPr/>
          <p:nvPr/>
        </p:nvSpPr>
        <p:spPr bwMode="auto">
          <a:xfrm rot="0" flipH="0" flipV="0">
            <a:off x="759872" y="1566021"/>
            <a:ext cx="10384117" cy="2035735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80307121" name=""/>
          <p:cNvSpPr/>
          <p:nvPr/>
        </p:nvSpPr>
        <p:spPr bwMode="auto">
          <a:xfrm rot="0" flipH="0" flipV="0">
            <a:off x="1217446" y="1822823"/>
            <a:ext cx="1839632" cy="1522132"/>
          </a:xfrm>
          <a:prstGeom prst="ellipse">
            <a:avLst/>
          </a:prstGeom>
          <a:pattFill prst="trellis">
            <a:fgClr>
              <a:schemeClr val="accent1"/>
            </a:fgClr>
            <a:bgClr>
              <a:srgbClr val="FFFFFF"/>
            </a:bgClr>
          </a:patt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Фото</a:t>
            </a:r>
            <a:endParaRPr/>
          </a:p>
        </p:txBody>
      </p:sp>
      <p:sp>
        <p:nvSpPr>
          <p:cNvPr id="135631334" name=""/>
          <p:cNvSpPr/>
          <p:nvPr/>
        </p:nvSpPr>
        <p:spPr bwMode="auto">
          <a:xfrm rot="0" flipH="0" flipV="0">
            <a:off x="3782637" y="1738779"/>
            <a:ext cx="6913117" cy="16902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42350855" name=""/>
          <p:cNvSpPr txBox="1"/>
          <p:nvPr/>
        </p:nvSpPr>
        <p:spPr bwMode="auto">
          <a:xfrm rot="0" flipH="0" flipV="0">
            <a:off x="4009578" y="1855507"/>
            <a:ext cx="6524229" cy="1158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2800"/>
          </a:p>
          <a:p>
            <a:pPr algn="ctr">
              <a:defRPr/>
            </a:pPr>
            <a:r>
              <a:rPr sz="2800"/>
              <a:t>Короткое описание...</a:t>
            </a:r>
            <a:endParaRPr sz="2800"/>
          </a:p>
          <a:p>
            <a:pPr>
              <a:defRPr/>
            </a:pPr>
            <a:endParaRPr sz="1400"/>
          </a:p>
        </p:txBody>
      </p:sp>
      <p:sp>
        <p:nvSpPr>
          <p:cNvPr id="884037771" name=""/>
          <p:cNvSpPr/>
          <p:nvPr/>
        </p:nvSpPr>
        <p:spPr bwMode="auto">
          <a:xfrm rot="0" flipH="0" flipV="0">
            <a:off x="759872" y="3828448"/>
            <a:ext cx="10384117" cy="2035735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122784" name=""/>
          <p:cNvSpPr/>
          <p:nvPr/>
        </p:nvSpPr>
        <p:spPr bwMode="auto">
          <a:xfrm rot="0" flipH="0" flipV="0">
            <a:off x="1217446" y="4085249"/>
            <a:ext cx="1839632" cy="1522132"/>
          </a:xfrm>
          <a:prstGeom prst="ellipse">
            <a:avLst/>
          </a:prstGeom>
          <a:pattFill prst="trellis">
            <a:fgClr>
              <a:schemeClr val="accent1"/>
            </a:fgClr>
            <a:bgClr>
              <a:srgbClr val="FFFFFF"/>
            </a:bgClr>
          </a:patt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Фото</a:t>
            </a:r>
            <a:endParaRPr/>
          </a:p>
        </p:txBody>
      </p:sp>
      <p:sp>
        <p:nvSpPr>
          <p:cNvPr id="437079300" name=""/>
          <p:cNvSpPr/>
          <p:nvPr/>
        </p:nvSpPr>
        <p:spPr bwMode="auto">
          <a:xfrm rot="0" flipH="0" flipV="0">
            <a:off x="3782637" y="4001205"/>
            <a:ext cx="6913117" cy="16902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67818721" name=""/>
          <p:cNvSpPr txBox="1"/>
          <p:nvPr/>
        </p:nvSpPr>
        <p:spPr bwMode="auto">
          <a:xfrm rot="0" flipH="0" flipV="0">
            <a:off x="4009578" y="4117933"/>
            <a:ext cx="6515229" cy="1798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lang="ru-RU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Короткое описание...</a:t>
            </a:r>
            <a:endParaRPr lang="ru-RU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2800"/>
          </a:p>
          <a:p>
            <a:pPr>
              <a:defRPr/>
            </a:pPr>
            <a:endParaRPr sz="2800"/>
          </a:p>
        </p:txBody>
      </p:sp>
      <p:sp>
        <p:nvSpPr>
          <p:cNvPr id="1169735025" name=""/>
          <p:cNvSpPr txBox="1"/>
          <p:nvPr/>
        </p:nvSpPr>
        <p:spPr bwMode="auto">
          <a:xfrm rot="0" flipH="0" flipV="0">
            <a:off x="3782637" y="874639"/>
            <a:ext cx="462928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/>
              <a:t>Дашборд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823465" name=""/>
          <p:cNvSpPr/>
          <p:nvPr/>
        </p:nvSpPr>
        <p:spPr bwMode="auto">
          <a:xfrm rot="0" flipH="0" flipV="0">
            <a:off x="15874" y="-46690"/>
            <a:ext cx="12160249" cy="7372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bg2"/>
              </a:solidFill>
              <a:highlight>
                <a:srgbClr val="FFFF00"/>
              </a:highlight>
            </a:endParaRPr>
          </a:p>
        </p:txBody>
      </p:sp>
      <p:sp>
        <p:nvSpPr>
          <p:cNvPr id="1372579243" name=""/>
          <p:cNvSpPr txBox="1"/>
          <p:nvPr/>
        </p:nvSpPr>
        <p:spPr bwMode="auto">
          <a:xfrm rot="0" flipH="0" flipV="0">
            <a:off x="1560440" y="166189"/>
            <a:ext cx="149663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>
                <a:solidFill>
                  <a:schemeClr val="bg2"/>
                </a:solidFill>
              </a:rPr>
              <a:t>TravelLog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1714845934" name=""/>
          <p:cNvSpPr txBox="1"/>
          <p:nvPr/>
        </p:nvSpPr>
        <p:spPr bwMode="auto">
          <a:xfrm rot="0" flipH="0" flipV="0">
            <a:off x="9855781" y="166189"/>
            <a:ext cx="15002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400">
                <a:solidFill>
                  <a:schemeClr val="bg2"/>
                </a:solidFill>
              </a:rPr>
              <a:t>Регистрация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19513840" name=""/>
          <p:cNvSpPr txBox="1"/>
          <p:nvPr/>
        </p:nvSpPr>
        <p:spPr bwMode="auto">
          <a:xfrm rot="0" flipH="0" flipV="0">
            <a:off x="11153796" y="166189"/>
            <a:ext cx="14984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400">
                <a:solidFill>
                  <a:schemeClr val="bg2"/>
                </a:solidFill>
              </a:rPr>
              <a:t>Войти	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881423014" name=""/>
          <p:cNvSpPr/>
          <p:nvPr/>
        </p:nvSpPr>
        <p:spPr bwMode="auto">
          <a:xfrm rot="0" flipH="0" flipV="0">
            <a:off x="2578308" y="1017867"/>
            <a:ext cx="7078382" cy="54815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3059" name=""/>
          <p:cNvSpPr txBox="1"/>
          <p:nvPr/>
        </p:nvSpPr>
        <p:spPr bwMode="auto">
          <a:xfrm rot="0" flipH="0" flipV="0">
            <a:off x="3344043" y="1844549"/>
            <a:ext cx="540433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/>
              <a:t>Регистрация</a:t>
            </a:r>
            <a:endParaRPr sz="2800" b="1"/>
          </a:p>
        </p:txBody>
      </p:sp>
      <p:sp>
        <p:nvSpPr>
          <p:cNvPr id="1133611566" name=""/>
          <p:cNvSpPr/>
          <p:nvPr/>
        </p:nvSpPr>
        <p:spPr bwMode="auto">
          <a:xfrm rot="0" flipH="0" flipV="0">
            <a:off x="4577426" y="3016022"/>
            <a:ext cx="3080146" cy="401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Логин</a:t>
            </a:r>
            <a:endParaRPr/>
          </a:p>
        </p:txBody>
      </p:sp>
      <p:sp>
        <p:nvSpPr>
          <p:cNvPr id="945764867" name=""/>
          <p:cNvSpPr/>
          <p:nvPr/>
        </p:nvSpPr>
        <p:spPr bwMode="auto">
          <a:xfrm rot="0" flipH="0" flipV="0">
            <a:off x="4577426" y="3702382"/>
            <a:ext cx="3080146" cy="401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Почта</a:t>
            </a:r>
            <a:endParaRPr/>
          </a:p>
        </p:txBody>
      </p:sp>
      <p:sp>
        <p:nvSpPr>
          <p:cNvPr id="94563424" name=""/>
          <p:cNvSpPr/>
          <p:nvPr/>
        </p:nvSpPr>
        <p:spPr bwMode="auto">
          <a:xfrm rot="0" flipH="0" flipV="0">
            <a:off x="4577426" y="4377308"/>
            <a:ext cx="3080146" cy="401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Пароль</a:t>
            </a:r>
            <a:endParaRPr/>
          </a:p>
        </p:txBody>
      </p:sp>
      <p:sp>
        <p:nvSpPr>
          <p:cNvPr id="183059810" name=""/>
          <p:cNvSpPr txBox="1"/>
          <p:nvPr/>
        </p:nvSpPr>
        <p:spPr bwMode="auto">
          <a:xfrm rot="0" flipH="0" flipV="0">
            <a:off x="4577426" y="2756581"/>
            <a:ext cx="972910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/>
              <a:t>Логин:</a:t>
            </a:r>
            <a:endParaRPr sz="1100"/>
          </a:p>
        </p:txBody>
      </p:sp>
      <p:sp>
        <p:nvSpPr>
          <p:cNvPr id="1728827894" name=""/>
          <p:cNvSpPr txBox="1"/>
          <p:nvPr/>
        </p:nvSpPr>
        <p:spPr bwMode="auto">
          <a:xfrm rot="0" flipH="0" flipV="0">
            <a:off x="4576439" y="3460654"/>
            <a:ext cx="97565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/>
              <a:t>Почта:</a:t>
            </a:r>
            <a:endParaRPr sz="1100"/>
          </a:p>
        </p:txBody>
      </p:sp>
      <p:sp>
        <p:nvSpPr>
          <p:cNvPr id="260826465" name=""/>
          <p:cNvSpPr txBox="1"/>
          <p:nvPr/>
        </p:nvSpPr>
        <p:spPr bwMode="auto">
          <a:xfrm rot="0" flipH="0" flipV="0">
            <a:off x="4577426" y="4117868"/>
            <a:ext cx="1200942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/>
              <a:t>Пароль:</a:t>
            </a:r>
            <a:endParaRPr sz="1100"/>
          </a:p>
        </p:txBody>
      </p:sp>
      <p:sp>
        <p:nvSpPr>
          <p:cNvPr id="1117873185" name=""/>
          <p:cNvSpPr/>
          <p:nvPr/>
        </p:nvSpPr>
        <p:spPr bwMode="auto">
          <a:xfrm rot="0" flipH="0" flipV="0">
            <a:off x="4024900" y="5472204"/>
            <a:ext cx="4211543" cy="438897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Зарегистрироваться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856025" name=""/>
          <p:cNvSpPr/>
          <p:nvPr/>
        </p:nvSpPr>
        <p:spPr bwMode="auto">
          <a:xfrm rot="0" flipH="0" flipV="0">
            <a:off x="15874" y="-46690"/>
            <a:ext cx="12160249" cy="7372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bg2"/>
              </a:solidFill>
              <a:highlight>
                <a:srgbClr val="FFFF00"/>
              </a:highlight>
            </a:endParaRPr>
          </a:p>
        </p:txBody>
      </p:sp>
      <p:sp>
        <p:nvSpPr>
          <p:cNvPr id="1997730081" name=""/>
          <p:cNvSpPr txBox="1"/>
          <p:nvPr/>
        </p:nvSpPr>
        <p:spPr bwMode="auto">
          <a:xfrm rot="0" flipH="0" flipV="0">
            <a:off x="1560440" y="166189"/>
            <a:ext cx="149663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>
                <a:solidFill>
                  <a:schemeClr val="bg2"/>
                </a:solidFill>
              </a:rPr>
              <a:t>TravelLog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109880219" name=""/>
          <p:cNvSpPr txBox="1"/>
          <p:nvPr/>
        </p:nvSpPr>
        <p:spPr bwMode="auto">
          <a:xfrm rot="0" flipH="0" flipV="0">
            <a:off x="9855781" y="166189"/>
            <a:ext cx="15002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400">
                <a:solidFill>
                  <a:schemeClr val="bg2"/>
                </a:solidFill>
              </a:rPr>
              <a:t>Регистрация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462273235" name=""/>
          <p:cNvSpPr txBox="1"/>
          <p:nvPr/>
        </p:nvSpPr>
        <p:spPr bwMode="auto">
          <a:xfrm rot="0" flipH="0" flipV="0">
            <a:off x="11153796" y="166189"/>
            <a:ext cx="14984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400">
                <a:solidFill>
                  <a:schemeClr val="bg2"/>
                </a:solidFill>
              </a:rPr>
              <a:t>Войти	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1304887604" name=""/>
          <p:cNvSpPr/>
          <p:nvPr/>
        </p:nvSpPr>
        <p:spPr bwMode="auto">
          <a:xfrm rot="0" flipH="0" flipV="0">
            <a:off x="2578308" y="1017867"/>
            <a:ext cx="7078382" cy="54815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1873831" name=""/>
          <p:cNvSpPr txBox="1"/>
          <p:nvPr/>
        </p:nvSpPr>
        <p:spPr bwMode="auto">
          <a:xfrm rot="0" flipH="0" flipV="0">
            <a:off x="3344043" y="1844549"/>
            <a:ext cx="540829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/>
              <a:t>Логин</a:t>
            </a:r>
            <a:endParaRPr sz="2800" b="1"/>
          </a:p>
        </p:txBody>
      </p:sp>
      <p:sp>
        <p:nvSpPr>
          <p:cNvPr id="1784345343" name=""/>
          <p:cNvSpPr/>
          <p:nvPr/>
        </p:nvSpPr>
        <p:spPr bwMode="auto">
          <a:xfrm rot="0" flipH="0" flipV="0">
            <a:off x="4577426" y="3016022"/>
            <a:ext cx="3080146" cy="401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Логин</a:t>
            </a:r>
            <a:endParaRPr/>
          </a:p>
        </p:txBody>
      </p:sp>
      <p:sp>
        <p:nvSpPr>
          <p:cNvPr id="591243971" name=""/>
          <p:cNvSpPr/>
          <p:nvPr/>
        </p:nvSpPr>
        <p:spPr bwMode="auto">
          <a:xfrm rot="0" flipH="0" flipV="0">
            <a:off x="4577426" y="3888359"/>
            <a:ext cx="3080146" cy="401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Пароль</a:t>
            </a:r>
            <a:endParaRPr/>
          </a:p>
        </p:txBody>
      </p:sp>
      <p:sp>
        <p:nvSpPr>
          <p:cNvPr id="1234582744" name=""/>
          <p:cNvSpPr txBox="1"/>
          <p:nvPr/>
        </p:nvSpPr>
        <p:spPr bwMode="auto">
          <a:xfrm rot="0" flipH="0" flipV="0">
            <a:off x="4577426" y="2756581"/>
            <a:ext cx="972910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/>
              <a:t>Логин:</a:t>
            </a:r>
            <a:endParaRPr sz="1100"/>
          </a:p>
        </p:txBody>
      </p:sp>
      <p:sp>
        <p:nvSpPr>
          <p:cNvPr id="985130545" name=""/>
          <p:cNvSpPr txBox="1"/>
          <p:nvPr/>
        </p:nvSpPr>
        <p:spPr bwMode="auto">
          <a:xfrm rot="0" flipH="0" flipV="0">
            <a:off x="4577426" y="3628919"/>
            <a:ext cx="1200942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/>
              <a:t>Пароль:</a:t>
            </a:r>
            <a:endParaRPr sz="1100"/>
          </a:p>
        </p:txBody>
      </p:sp>
      <p:sp>
        <p:nvSpPr>
          <p:cNvPr id="1419493614" name=""/>
          <p:cNvSpPr/>
          <p:nvPr/>
        </p:nvSpPr>
        <p:spPr bwMode="auto">
          <a:xfrm rot="0" flipH="0" flipV="0">
            <a:off x="4024900" y="5472203"/>
            <a:ext cx="4211543" cy="438897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Авторизация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93984" name=""/>
          <p:cNvSpPr/>
          <p:nvPr/>
        </p:nvSpPr>
        <p:spPr bwMode="auto">
          <a:xfrm rot="0" flipH="0" flipV="0">
            <a:off x="15874" y="-46690"/>
            <a:ext cx="12160249" cy="7372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bg2"/>
              </a:solidFill>
              <a:highlight>
                <a:srgbClr val="FFFF00"/>
              </a:highlight>
            </a:endParaRPr>
          </a:p>
        </p:txBody>
      </p:sp>
      <p:sp>
        <p:nvSpPr>
          <p:cNvPr id="1508957132" name=""/>
          <p:cNvSpPr txBox="1"/>
          <p:nvPr/>
        </p:nvSpPr>
        <p:spPr bwMode="auto">
          <a:xfrm rot="0" flipH="0" flipV="0">
            <a:off x="1560440" y="166189"/>
            <a:ext cx="149663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>
                <a:solidFill>
                  <a:schemeClr val="bg2"/>
                </a:solidFill>
              </a:rPr>
              <a:t>TravelLog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1622961094" name=""/>
          <p:cNvSpPr txBox="1"/>
          <p:nvPr/>
        </p:nvSpPr>
        <p:spPr bwMode="auto">
          <a:xfrm rot="0" flipH="0" flipV="0">
            <a:off x="9855781" y="166189"/>
            <a:ext cx="15002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400">
                <a:solidFill>
                  <a:schemeClr val="bg2"/>
                </a:solidFill>
              </a:rPr>
              <a:t>Регистрация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1891642303" name=""/>
          <p:cNvSpPr txBox="1"/>
          <p:nvPr/>
        </p:nvSpPr>
        <p:spPr bwMode="auto">
          <a:xfrm rot="0" flipH="0" flipV="0">
            <a:off x="11153796" y="166189"/>
            <a:ext cx="14984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400">
                <a:solidFill>
                  <a:schemeClr val="bg2"/>
                </a:solidFill>
              </a:rPr>
              <a:t>Войти	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1324402502" name=""/>
          <p:cNvSpPr/>
          <p:nvPr/>
        </p:nvSpPr>
        <p:spPr bwMode="auto">
          <a:xfrm rot="0" flipH="0" flipV="0">
            <a:off x="2578308" y="1017867"/>
            <a:ext cx="7078382" cy="54815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712217" name=""/>
          <p:cNvSpPr txBox="1"/>
          <p:nvPr/>
        </p:nvSpPr>
        <p:spPr bwMode="auto">
          <a:xfrm rot="0" flipH="0" flipV="0">
            <a:off x="3344043" y="1326029"/>
            <a:ext cx="541153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/>
              <a:t>Добавить поездку</a:t>
            </a:r>
            <a:endParaRPr sz="2800" b="1"/>
          </a:p>
        </p:txBody>
      </p:sp>
      <p:sp>
        <p:nvSpPr>
          <p:cNvPr id="1680701183" name=""/>
          <p:cNvSpPr/>
          <p:nvPr/>
        </p:nvSpPr>
        <p:spPr bwMode="auto">
          <a:xfrm rot="0" flipH="0" flipV="0">
            <a:off x="4577425" y="2484757"/>
            <a:ext cx="1310802" cy="401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562673311" name=""/>
          <p:cNvSpPr txBox="1"/>
          <p:nvPr/>
        </p:nvSpPr>
        <p:spPr bwMode="auto">
          <a:xfrm rot="0" flipH="0" flipV="0">
            <a:off x="4574691" y="2169288"/>
            <a:ext cx="1322322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/>
              <a:t>Страна:</a:t>
            </a:r>
            <a:endParaRPr sz="1100"/>
          </a:p>
        </p:txBody>
      </p:sp>
      <p:sp>
        <p:nvSpPr>
          <p:cNvPr id="741596965" name=""/>
          <p:cNvSpPr/>
          <p:nvPr/>
        </p:nvSpPr>
        <p:spPr bwMode="auto">
          <a:xfrm rot="0" flipH="0" flipV="0">
            <a:off x="4584840" y="4216881"/>
            <a:ext cx="3080145" cy="1460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05348790" name=""/>
          <p:cNvSpPr txBox="1"/>
          <p:nvPr/>
        </p:nvSpPr>
        <p:spPr bwMode="auto">
          <a:xfrm rot="0" flipH="0" flipV="0">
            <a:off x="4584840" y="3957441"/>
            <a:ext cx="1817721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/>
              <a:t>Описание поездки:</a:t>
            </a:r>
            <a:endParaRPr sz="1100"/>
          </a:p>
        </p:txBody>
      </p:sp>
      <p:sp>
        <p:nvSpPr>
          <p:cNvPr id="2046807392" name=""/>
          <p:cNvSpPr/>
          <p:nvPr/>
        </p:nvSpPr>
        <p:spPr bwMode="auto">
          <a:xfrm rot="0" flipH="0" flipV="0">
            <a:off x="5886213" y="5741792"/>
            <a:ext cx="1017867" cy="289485"/>
          </a:xfrm>
          <a:prstGeom prst="flowChartTerminator">
            <a:avLst/>
          </a:prstGeom>
          <a:pattFill prst="trellis">
            <a:fgClr>
              <a:schemeClr val="accent1"/>
            </a:fgClr>
            <a:bgClr>
              <a:srgbClr val="FFFFFF"/>
            </a:bgClr>
          </a:pattFill>
          <a:ln w="12700" cap="rnd" cmpd="sng" algn="ctr">
            <a:solidFill>
              <a:schemeClr val="accent1">
                <a:shade val="50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200"/>
              <a:t>Выбрать</a:t>
            </a:r>
            <a:endParaRPr sz="900"/>
          </a:p>
        </p:txBody>
      </p:sp>
      <p:sp>
        <p:nvSpPr>
          <p:cNvPr id="1974977109" name=""/>
          <p:cNvSpPr txBox="1"/>
          <p:nvPr/>
        </p:nvSpPr>
        <p:spPr bwMode="auto">
          <a:xfrm rot="0" flipH="0" flipV="0">
            <a:off x="4584840" y="5740315"/>
            <a:ext cx="130338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/>
              <a:t>Загрузить фото:</a:t>
            </a:r>
            <a:endParaRPr sz="1100"/>
          </a:p>
        </p:txBody>
      </p:sp>
      <p:sp>
        <p:nvSpPr>
          <p:cNvPr id="791654051" name=""/>
          <p:cNvSpPr/>
          <p:nvPr/>
        </p:nvSpPr>
        <p:spPr bwMode="auto">
          <a:xfrm rot="0" flipH="0" flipV="0">
            <a:off x="4590600" y="3298140"/>
            <a:ext cx="3080145" cy="401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1143572" name=""/>
          <p:cNvSpPr txBox="1"/>
          <p:nvPr/>
        </p:nvSpPr>
        <p:spPr bwMode="auto">
          <a:xfrm rot="0" flipH="0" flipV="0">
            <a:off x="4590600" y="3038700"/>
            <a:ext cx="1816641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/>
              <a:t>Дата поездки:</a:t>
            </a:r>
            <a:endParaRPr sz="1100"/>
          </a:p>
        </p:txBody>
      </p:sp>
      <p:sp>
        <p:nvSpPr>
          <p:cNvPr id="1175572177" name=""/>
          <p:cNvSpPr/>
          <p:nvPr/>
        </p:nvSpPr>
        <p:spPr bwMode="auto">
          <a:xfrm rot="0" flipH="0" flipV="0">
            <a:off x="6353317" y="2484757"/>
            <a:ext cx="1310802" cy="401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11651708" name=""/>
          <p:cNvSpPr txBox="1"/>
          <p:nvPr/>
        </p:nvSpPr>
        <p:spPr bwMode="auto">
          <a:xfrm rot="0" flipH="0" flipV="0">
            <a:off x="6350582" y="2169288"/>
            <a:ext cx="1318722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/>
              <a:t>Место:</a:t>
            </a:r>
            <a:endParaRPr sz="1100"/>
          </a:p>
        </p:txBody>
      </p:sp>
      <p:sp>
        <p:nvSpPr>
          <p:cNvPr id="1297940309" name=""/>
          <p:cNvSpPr/>
          <p:nvPr/>
        </p:nvSpPr>
        <p:spPr bwMode="auto">
          <a:xfrm rot="10800000" flipH="0" flipV="0">
            <a:off x="2989190" y="1279338"/>
            <a:ext cx="270808" cy="16808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920871" name=""/>
          <p:cNvSpPr/>
          <p:nvPr/>
        </p:nvSpPr>
        <p:spPr bwMode="auto">
          <a:xfrm rot="0" flipH="0" flipV="0">
            <a:off x="4024900" y="6069852"/>
            <a:ext cx="4211543" cy="35485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Добавить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724933" name=""/>
          <p:cNvSpPr/>
          <p:nvPr/>
        </p:nvSpPr>
        <p:spPr bwMode="auto">
          <a:xfrm rot="0" flipH="0" flipV="0">
            <a:off x="15874" y="-46690"/>
            <a:ext cx="12160249" cy="7372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bg2"/>
              </a:solidFill>
              <a:highlight>
                <a:srgbClr val="FFFF00"/>
              </a:highlight>
            </a:endParaRPr>
          </a:p>
        </p:txBody>
      </p:sp>
      <p:sp>
        <p:nvSpPr>
          <p:cNvPr id="1068962260" name=""/>
          <p:cNvSpPr txBox="1"/>
          <p:nvPr/>
        </p:nvSpPr>
        <p:spPr bwMode="auto">
          <a:xfrm rot="0" flipH="0" flipV="0">
            <a:off x="1560440" y="166189"/>
            <a:ext cx="149663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>
                <a:solidFill>
                  <a:schemeClr val="bg2"/>
                </a:solidFill>
              </a:rPr>
              <a:t>TravelLog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1544135013" name=""/>
          <p:cNvSpPr txBox="1"/>
          <p:nvPr/>
        </p:nvSpPr>
        <p:spPr bwMode="auto">
          <a:xfrm rot="0" flipH="0" flipV="0">
            <a:off x="9855781" y="166189"/>
            <a:ext cx="150419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400">
                <a:solidFill>
                  <a:schemeClr val="bg2"/>
                </a:solidFill>
              </a:rPr>
              <a:t>Мои поездки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2137860711" name=""/>
          <p:cNvSpPr txBox="1"/>
          <p:nvPr/>
        </p:nvSpPr>
        <p:spPr bwMode="auto">
          <a:xfrm rot="0" flipH="0" flipV="0">
            <a:off x="11153796" y="166189"/>
            <a:ext cx="15002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400">
                <a:solidFill>
                  <a:schemeClr val="bg2"/>
                </a:solidFill>
              </a:rPr>
              <a:t>Выйти	</a:t>
            </a:r>
            <a:endParaRPr sz="1400">
              <a:solidFill>
                <a:schemeClr val="bg2"/>
              </a:solidFill>
            </a:endParaRPr>
          </a:p>
        </p:txBody>
      </p:sp>
      <p:sp>
        <p:nvSpPr>
          <p:cNvPr id="585778345" name=""/>
          <p:cNvSpPr/>
          <p:nvPr/>
        </p:nvSpPr>
        <p:spPr bwMode="auto">
          <a:xfrm rot="0" flipH="0" flipV="0">
            <a:off x="4376396" y="1804852"/>
            <a:ext cx="7526617" cy="44823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Страна поездки</a:t>
            </a:r>
            <a:endParaRPr/>
          </a:p>
        </p:txBody>
      </p:sp>
      <p:sp>
        <p:nvSpPr>
          <p:cNvPr id="16183730" name=""/>
          <p:cNvSpPr txBox="1"/>
          <p:nvPr/>
        </p:nvSpPr>
        <p:spPr bwMode="auto">
          <a:xfrm rot="0" flipH="0" flipV="0">
            <a:off x="1560440" y="831102"/>
            <a:ext cx="8712235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/>
              <a:t>Место поездки</a:t>
            </a:r>
            <a:endParaRPr sz="4800"/>
          </a:p>
        </p:txBody>
      </p:sp>
      <p:sp>
        <p:nvSpPr>
          <p:cNvPr id="211433758" name=""/>
          <p:cNvSpPr/>
          <p:nvPr/>
        </p:nvSpPr>
        <p:spPr bwMode="auto">
          <a:xfrm rot="0" flipH="0" flipV="0">
            <a:off x="4483308" y="3128308"/>
            <a:ext cx="7218456" cy="3427132"/>
          </a:xfrm>
          <a:prstGeom prst="rect">
            <a:avLst/>
          </a:prstGeom>
          <a:pattFill prst="trellis">
            <a:fgClr>
              <a:schemeClr val="accent1"/>
            </a:fgClr>
            <a:bgClr>
              <a:srgbClr val="FFFFFF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7200"/>
              <a:t>Описание поездки</a:t>
            </a:r>
            <a:endParaRPr sz="7200"/>
          </a:p>
        </p:txBody>
      </p:sp>
      <p:sp>
        <p:nvSpPr>
          <p:cNvPr id="1272024304" name=""/>
          <p:cNvSpPr/>
          <p:nvPr/>
        </p:nvSpPr>
        <p:spPr bwMode="auto">
          <a:xfrm rot="0" flipH="0" flipV="0">
            <a:off x="109257" y="1804852"/>
            <a:ext cx="4155514" cy="2266617"/>
          </a:xfrm>
          <a:prstGeom prst="rect">
            <a:avLst/>
          </a:prstGeom>
          <a:pattFill prst="dkHorz">
            <a:fgClr>
              <a:schemeClr val="accent1"/>
            </a:fgClr>
            <a:bgClr>
              <a:srgbClr val="FFFFFF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0000">
                <a:solidFill>
                  <a:schemeClr val="tx1"/>
                </a:solidFill>
              </a:rPr>
              <a:t>Фото</a:t>
            </a:r>
            <a:endParaRPr sz="10000">
              <a:solidFill>
                <a:schemeClr val="tx1"/>
              </a:solidFill>
            </a:endParaRPr>
          </a:p>
        </p:txBody>
      </p:sp>
      <p:sp>
        <p:nvSpPr>
          <p:cNvPr id="861589850" name=""/>
          <p:cNvSpPr/>
          <p:nvPr/>
        </p:nvSpPr>
        <p:spPr bwMode="auto">
          <a:xfrm rot="0" flipH="0" flipV="0">
            <a:off x="4434999" y="2433088"/>
            <a:ext cx="7526617" cy="44823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Дата поездки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Yellow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ONLYOFFICE/9.3.0.140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2026-03-06T17:46:39Z</dcterms:modified>
</cp:coreProperties>
</file>